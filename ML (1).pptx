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6450A-F88C-38D3-9999-07F125CAB2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D5655C-1DA3-B83D-7041-AC27E7B596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C939C-CA6D-539F-90A1-BF5BD7CE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0D45-6535-4EA2-AB59-92ED160CC76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16690-562F-07AE-285B-2D510EFF1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5A6852-4973-8C0D-CEE8-1F395A589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FDDF-690C-4260-B5A6-118D3441F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598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66DA0-EA61-881B-3FB7-375409758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D4B33E-DBA2-09F6-3A49-D4C77FD24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647B8-18F9-E0A5-80D5-48E41742D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0D45-6535-4EA2-AB59-92ED160CC76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D2FA7-47F2-B9A0-6CC8-E06FC6BFE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C4593-4F23-8806-ED45-056DC7E3A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FDDF-690C-4260-B5A6-118D3441F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21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55003-6228-1822-8DBA-ED508D1BB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74E43-56AA-EFF5-818F-9BCD09EEE6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F65C0F-B3F0-63A9-5B13-9C126F82C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0D45-6535-4EA2-AB59-92ED160CC76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056F50-BE6B-9F54-65FC-1B4AD5980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203FC-EBB9-DA8F-74C5-B3970E7C8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FDDF-690C-4260-B5A6-118D3441F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509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94207-21D0-EA9A-E85E-47EFC8A13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399C89-D420-DEFA-10D8-892DE26C68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DF56F2-C6C7-DAD0-8E52-5080BAF495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31D44E-71AB-AE29-AB26-2216CE693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0D45-6535-4EA2-AB59-92ED160CC76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FB2B9-1E93-43AE-2A56-00AB47D54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7D0EE-8859-249D-00C3-1810125B4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FDDF-690C-4260-B5A6-118D3441F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076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A6D23-F933-22A4-0D77-6E3A27FE1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DC817A-0781-1A99-6EE7-695461A9A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31451-B74C-CBAD-5716-0EE7D1FAD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720F76-5FF3-10E8-FF52-2439D9C4F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EE6631-B1CA-2BB0-1806-AC8B64F0CD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E4CC81-E276-BCC0-306A-A103629D0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0D45-6535-4EA2-AB59-92ED160CC76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8D579A-BB6A-DE36-77BD-1A178D4DE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1FC70F-A923-0A2E-3AE3-91628B286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FDDF-690C-4260-B5A6-118D3441F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580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4A286-DBC8-B144-C1CE-5365B70D5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9C1F2A7-55A6-7BCD-653C-D93036CF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0D45-6535-4EA2-AB59-92ED160CC76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BFB7A-EEC9-12E3-37A0-0B0D7640E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F41B27-D682-4913-6B63-69E4BF8FC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FDDF-690C-4260-B5A6-118D3441F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57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D71AEA-51A7-D913-5EDB-5336038A1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0D45-6535-4EA2-AB59-92ED160CC76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4ED8A-6CCA-5722-389B-69EEE2038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05B2D4-DC6D-4750-4ADD-C03F1DB16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FDDF-690C-4260-B5A6-118D3441F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90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42179-9997-8D62-131F-E67E1C2FB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EFBB8A-E190-1FCB-A2EB-1ADF515E9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ABB755-E8EE-32BB-8D91-BBAECE868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45783A-1FCC-A50C-B923-3D387892E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0D45-6535-4EA2-AB59-92ED160CC76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F6D715-3406-1C58-8058-D1FBD1E97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05A94F-FE82-1C04-A317-2BC03477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FDDF-690C-4260-B5A6-118D3441F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13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95DFD-8849-0FDE-E128-5A2E6183F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64163D-1D5A-265C-5CCE-916C79195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5BCCE-DB6A-804B-37B2-7459A26DBF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B456F-D5B1-091D-43C6-0532E811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0D45-6535-4EA2-AB59-92ED160CC76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84970A-338E-BBCD-14B8-4196A3884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0D1279-3BD1-6E24-0B2C-B1F243418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FDDF-690C-4260-B5A6-118D3441F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90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A42DE-378C-E086-C49D-EF9101898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D3504D-2DE4-E165-4319-2924EBB3EB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549B5-1565-3F60-83B5-A902DAD72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0D45-6535-4EA2-AB59-92ED160CC76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90779-17E7-6B18-442D-89286432D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7C96F-F2FD-A4B9-D7BF-A4B5B80B2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FDDF-690C-4260-B5A6-118D3441F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109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E0A215-D277-F872-3C6F-D72A11F730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5EF862-D23C-EC40-BB04-302671A82F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7DCAB-0FC2-9C35-4254-77F1523ED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60D45-6535-4EA2-AB59-92ED160CC76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970811-9DCE-2CD4-282F-65A338071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2BC6E-22D9-CAEC-A505-2F706F986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BFDDF-690C-4260-B5A6-118D3441F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771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7F503A-1AD5-3F44-348F-998C8BB9C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156801-1B2F-EFB3-AAB1-CC6567486F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FFFEB6-5FCB-F208-AC28-FD77007C28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B60D45-6535-4EA2-AB59-92ED160CC764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59D18-48CE-383E-AE5C-CE234C7139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38806-D95D-9987-6828-7D86279D2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BFDDF-690C-4260-B5A6-118D3441F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051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FEAF14-10EA-E99F-025A-6553C61BE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78095"/>
            <a:ext cx="12192000" cy="78083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24B33D9-2D09-F552-E220-FDB480DAA7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4419" y="4417888"/>
            <a:ext cx="3137581" cy="1839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872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0EB5E5-10D6-4E7A-8C12-5211437A6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192"/>
            <a:ext cx="12192000" cy="702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8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03A948-C5D5-ADC5-79E6-17CF742D81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718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C383FC-58A0-2803-C52A-8656A1E0A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23289"/>
            <a:ext cx="12191999" cy="7035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636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BD93EF-ABA9-62FD-6B69-4295F266D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07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CA84BE-6514-A83A-36EC-DE8E7771E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28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8BA733-27AF-7911-F68A-C1F1A071D8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1496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73B6B3-9CCF-5735-5D17-3984B77F8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561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4D49CF-1107-EC9C-DC37-4FE63B3AB9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163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480D41-662E-9065-A482-F9131FCA9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487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437543-7A4E-D925-FF3F-A30050EB3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2193"/>
            <a:ext cx="12192000" cy="6940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463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37659A-3DAA-5C9B-CBF7-798FFDA4FD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460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 SATHVIKI</dc:creator>
  <cp:lastModifiedBy>Y SATHVIKI</cp:lastModifiedBy>
  <cp:revision>2</cp:revision>
  <dcterms:created xsi:type="dcterms:W3CDTF">2026-08-28T09:09:19Z</dcterms:created>
  <dcterms:modified xsi:type="dcterms:W3CDTF">2026-08-28T09:55:30Z</dcterms:modified>
</cp:coreProperties>
</file>